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ed2bf6a66a476f" /><Relationship Type="http://schemas.openxmlformats.org/officeDocument/2006/relationships/extended-properties" Target="/docProps/app.xml" Id="Rdab0013565434eb5" /><Relationship Type="http://schemas.openxmlformats.org/officeDocument/2006/relationships/officeDocument" Target="/ppt/presentation.xml" Id="Rc04a55428669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add2c3089d4278"/>
  </p:sldMasterIdLst>
  <p:notesMasterIdLst>
    <p:notesMasterId xmlns:r="http://schemas.openxmlformats.org/officeDocument/2006/relationships" r:id="R1671313aa16c46d0"/>
  </p:notesMasterIdLst>
  <p:sldIdLst>
    <p:sldId xmlns:r="http://schemas.openxmlformats.org/officeDocument/2006/relationships" id="256" r:id="R1dfff8f8961f4580"/>
    <p:sldId xmlns:r="http://schemas.openxmlformats.org/officeDocument/2006/relationships" id="257" r:id="R8005bfc9670c4586"/>
    <p:sldId xmlns:r="http://schemas.openxmlformats.org/officeDocument/2006/relationships" id="258" r:id="R8653fdda5ca643f4"/>
    <p:sldId xmlns:r="http://schemas.openxmlformats.org/officeDocument/2006/relationships" id="259" r:id="R7e49112b67034507"/>
    <p:sldId xmlns:r="http://schemas.openxmlformats.org/officeDocument/2006/relationships" id="260" r:id="R29c04d7e94c341e3"/>
    <p:sldId xmlns:r="http://schemas.openxmlformats.org/officeDocument/2006/relationships" id="261" r:id="Rd2292e4dd6ce4934"/>
    <p:sldId xmlns:r="http://schemas.openxmlformats.org/officeDocument/2006/relationships" id="262" r:id="Rc314ca04b77c4587"/>
    <p:sldId xmlns:r="http://schemas.openxmlformats.org/officeDocument/2006/relationships" id="263" r:id="R3f5561193ea94d23"/>
    <p:sldId xmlns:r="http://schemas.openxmlformats.org/officeDocument/2006/relationships" id="264" r:id="R3354d22da57248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4d4d888e74c1a" /><Relationship Type="http://schemas.openxmlformats.org/officeDocument/2006/relationships/slideMaster" Target="/ppt/slideMasters/slideMaster1.xml" Id="R43add2c3089d4278" /><Relationship Type="http://schemas.openxmlformats.org/officeDocument/2006/relationships/notesMaster" Target="/ppt/notesMasters/notesMaster1.xml" Id="R1671313aa16c46d0" /><Relationship Type="http://schemas.openxmlformats.org/officeDocument/2006/relationships/presProps" Target="/ppt/presProps.xml" Id="R0193aac0b9ef4032" /><Relationship Type="http://schemas.openxmlformats.org/officeDocument/2006/relationships/viewProps" Target="/ppt/viewProps.xml" Id="R7b8fe9b617d74e74" /><Relationship Type="http://schemas.openxmlformats.org/officeDocument/2006/relationships/tableStyles" Target="/ppt/tableStyles.xml" Id="R7778cf25bf3b4d5e" /><Relationship Type="http://schemas.openxmlformats.org/officeDocument/2006/relationships/slide" Target="/ppt/slides/slide1.xml" Id="R1dfff8f8961f4580" /><Relationship Type="http://schemas.openxmlformats.org/officeDocument/2006/relationships/slide" Target="/ppt/slides/slide2.xml" Id="R8005bfc9670c4586" /><Relationship Type="http://schemas.openxmlformats.org/officeDocument/2006/relationships/slide" Target="/ppt/slides/slide3.xml" Id="R8653fdda5ca643f4" /><Relationship Type="http://schemas.openxmlformats.org/officeDocument/2006/relationships/slide" Target="/ppt/slides/slide4.xml" Id="R7e49112b67034507" /><Relationship Type="http://schemas.openxmlformats.org/officeDocument/2006/relationships/slide" Target="/ppt/slides/slide5.xml" Id="R29c04d7e94c341e3" /><Relationship Type="http://schemas.openxmlformats.org/officeDocument/2006/relationships/slide" Target="/ppt/slides/slide6.xml" Id="Rd2292e4dd6ce4934" /><Relationship Type="http://schemas.openxmlformats.org/officeDocument/2006/relationships/slide" Target="/ppt/slides/slide7.xml" Id="Rc314ca04b77c4587" /><Relationship Type="http://schemas.openxmlformats.org/officeDocument/2006/relationships/slide" Target="/ppt/slides/slide8.xml" Id="R3f5561193ea94d23" /><Relationship Type="http://schemas.openxmlformats.org/officeDocument/2006/relationships/slide" Target="/ppt/slides/slide9.xml" Id="R3354d22da57248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1efc910b5f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64e6aac1e4060" /><Relationship Type="http://schemas.openxmlformats.org/officeDocument/2006/relationships/notesMaster" Target="/ppt/notesMasters/notesMaster1.xml" Id="Raa57ede0b4ba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1c99e75361411a" /><Relationship Type="http://schemas.openxmlformats.org/officeDocument/2006/relationships/notesMaster" Target="/ppt/notesMasters/notesMaster1.xml" Id="R0109acd65d73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ee07a66d6a4de8" /><Relationship Type="http://schemas.openxmlformats.org/officeDocument/2006/relationships/notesMaster" Target="/ppt/notesMasters/notesMaster1.xml" Id="Ra819eba25916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a6ff6e42c34959" /><Relationship Type="http://schemas.openxmlformats.org/officeDocument/2006/relationships/notesMaster" Target="/ppt/notesMasters/notesMaster1.xml" Id="R1a75183fee5240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73adfd0a34a8f" /><Relationship Type="http://schemas.openxmlformats.org/officeDocument/2006/relationships/notesMaster" Target="/ppt/notesMasters/notesMaster1.xml" Id="R92c6f9cbb61e48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a7382a5ae47b8" /><Relationship Type="http://schemas.openxmlformats.org/officeDocument/2006/relationships/notesMaster" Target="/ppt/notesMasters/notesMaster1.xml" Id="R05353a2e5d864b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72a926e52448ba" /><Relationship Type="http://schemas.openxmlformats.org/officeDocument/2006/relationships/notesMaster" Target="/ppt/notesMasters/notesMaster1.xml" Id="Rbe0b06d70e2040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36bb87bc61429b" /><Relationship Type="http://schemas.openxmlformats.org/officeDocument/2006/relationships/notesMaster" Target="/ppt/notesMasters/notesMaster1.xml" Id="R7794efd09fbe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ceb22a01124c73" /><Relationship Type="http://schemas.openxmlformats.org/officeDocument/2006/relationships/notesMaster" Target="/ppt/notesMasters/notesMaster1.xml" Id="R240c06fe28bc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6105dd3fa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1acc92bcf4dab" /><Relationship Type="http://schemas.openxmlformats.org/officeDocument/2006/relationships/slideLayout" Target="/ppt/slideLayouts/slideLayout1.xml" Id="R20c149624e25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149624e25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387264c1d4769" /><Relationship Type="http://schemas.openxmlformats.org/officeDocument/2006/relationships/notesSlide" Target="/ppt/notesSlides/notesSlide1.xml" Id="Rbaab7b88c23044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0dd17c6f4bc5" /><Relationship Type="http://schemas.openxmlformats.org/officeDocument/2006/relationships/notesSlide" Target="/ppt/notesSlides/notesSlide2.xml" Id="R81954a398d1b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9c25372484c48" /><Relationship Type="http://schemas.openxmlformats.org/officeDocument/2006/relationships/notesSlide" Target="/ppt/notesSlides/notesSlide3.xml" Id="R57471b660af545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691769d614308" /><Relationship Type="http://schemas.openxmlformats.org/officeDocument/2006/relationships/notesSlide" Target="/ppt/notesSlides/notesSlide4.xml" Id="Re89e6218498044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6a494b1044aa3" /><Relationship Type="http://schemas.openxmlformats.org/officeDocument/2006/relationships/notesSlide" Target="/ppt/notesSlides/notesSlide5.xml" Id="R1a8624a0805b42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c88f25400414b" /><Relationship Type="http://schemas.openxmlformats.org/officeDocument/2006/relationships/notesSlide" Target="/ppt/notesSlides/notesSlide6.xml" Id="R86f6e621a6af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71a4a21d64635" /><Relationship Type="http://schemas.openxmlformats.org/officeDocument/2006/relationships/notesSlide" Target="/ppt/notesSlides/notesSlide7.xml" Id="Re57554d963c54d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3481d92a7442d" /><Relationship Type="http://schemas.openxmlformats.org/officeDocument/2006/relationships/notesSlide" Target="/ppt/notesSlides/notesSlide8.xml" Id="Rc974271e92c642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13921817b4dac" /><Relationship Type="http://schemas.openxmlformats.org/officeDocument/2006/relationships/notesSlide" Target="/ppt/notesSlides/notesSlide9.xml" Id="Rb381b51226c248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D1212-2BA4-4AB4-9220-8AAD99C3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Interview Coder CN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5DF61-AA0B-429E-9627-CCEBEED7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D7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D7FF"/>
                </a:solidFill>
                <a:latin typeface="Aptos"/>
                <a:ea typeface="Aptos"/>
                <a:cs typeface="Aptos"/>
              </a:rPr>
              <a:t>面试辅助软件功能与使用说明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C72DF-7B88-494E-BDE8-A54A0F5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E6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0FF"/>
                </a:solidFill>
                <a:latin typeface="Aptos"/>
                <a:ea typeface="Aptos"/>
                <a:cs typeface="Aptos"/>
              </a:rPr>
              <a:t>截图识别、语音转录、语音直答、多轮追问和快捷键工作流的一页式产品介绍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B194D-9446-4575-8664-DC761206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3143250" cy="4191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8253B"/>
          </a:solidFill>
          <a:ln xmlns:a="http://schemas.openxmlformats.org/drawingml/2006/main" w="9525">
            <a:solidFill>
              <a:srgbClr val="2B3C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A90DC-2B83-4508-9CE1-C067E81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38250"/>
            <a:ext cx="12192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5D11D-CFEE-46A7-8410-410AE42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0492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CCF81-6EBB-4F2B-B7E5-EA0E038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0"/>
            <a:ext cx="10668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D3BA7-26CA-4C73-800C-ECBBD08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049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VOICE ASR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86869-2261-4FEB-84A6-1924C6A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题目截图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91C98-1226-45F6-BB6F-9437D01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DBF2B-A0E2-4E53-AE4F-D82D84D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语音上下文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1E26B-9A0E-425F-BCF8-657677D5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433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D5486-9F30-4B9C-9294-4B5044E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生成思路 / 代码 / 口头回答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F5B44-C417-45D8-B12B-D2D76F4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2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2C7"/>
                </a:solidFill>
                <a:latin typeface="Aptos"/>
                <a:ea typeface="Aptos"/>
                <a:cs typeface="Aptos"/>
              </a:rPr>
              <a:t>2026-06-07</a:t>
            </a:r>
          </a:p>
        </p:txBody>
      </p:sp>
    </p:spTree>
    <p:extLst>
      <p:ext uri="{BB962C8B-B14F-4D97-AF65-F5344CB8AC3E}">
        <p14:creationId xmlns:p14="http://schemas.microsoft.com/office/powerpoint/2010/main" val="620539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F0B72-38B3-4AD0-86DF-44226FA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 / SOFTWARE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813B0-FEF4-4EEF-85C9-8E47253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它解决什么问题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FB6A-521C-48AC-841A-DCA51B4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把面试/刷题过程里的“看题、听题、想思路、写答案”压缩成一个快捷键工作流。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2AC24-8BB8-40F5-BD38-C04EE21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A5CFB-3512-4179-9B05-E1F6C9B1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455DA-6F6F-43FD-B45A-D80FAD69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屏幕里的题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7DD15-0C7E-46C1-9492-80E0340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76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通过快捷键截取当前屏幕，视觉模型读取题目、代码、报错或多张长题截图。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89929-153D-49C2-B82D-267972C8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C516B-1175-45AE-8CFC-632560D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93E16-A978-40EC-A360-CA3871D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耳朵听到的话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8451C-32C1-4559-BD73-50EF751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876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语音转录把面试官口头补充转成文字，截图时自动附带，或直接触发语音回答。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0C14B-296C-4E9F-AF8E-BE7DD7FF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BC019-C532-448E-BE95-199D691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35D55-EF3D-46E3-A12F-1D5C8BD0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需要说出来的答案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9905D-6B4C-4007-BB37-800C7C5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76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模型输出解题思路、复杂度、关键代码，也可以给口头表达版回答。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DDF5C-9AD8-4C14-8F34-FB47BD63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适合：日常刷题复盘、模拟面试、口头题辅助、长题截图整理、报错调试。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D227F-E9AE-4942-B58B-1089DC7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44247-C9B2-4D96-92E2-EEA76865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35540-521F-4B85-A90B-EBBE75E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1939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691D1-7CA4-4E03-9147-9AC0E681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 / CORE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70809-9AB6-4DA6-8032-6429C20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核心功能一览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2BEAD-206B-4D7E-869E-A6A7FC8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软件当前能力由五条链路组成：截图、多图、语音、追问和隐身窗口。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79351-1B9A-44F0-9AAF-A9E31BB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9D7A4-7F3E-4F20-BEA9-A705BF01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06577-F5A0-4569-B86F-F9E5FCF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截图生成答案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5B42-AEEE-40DA-8CC4-CBD2642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抓取屏幕内容，自动调用视觉模型输出解题建议。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5A69B-0B16-4F6A-882C-73C791A6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69534-D6D4-4D14-9DD8-A853DB6B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6949D-2076-4F2D-9B02-4C6B474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追加截图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6FCDA-FCDB-428D-B605-8D0DFA2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长题或多屏材料可以连续补图，AI 会结合上下文。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73030-402E-4E53-B21F-B87EC898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A1A7D-AA95-4A90-9E5E-ABF63BF6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B57C7-E449-40CD-88D9-E51CD11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语音转录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A355A-0F8C-401A-A1B1-CD011661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百炼 Fun-ASR 实时转文字，保留面试官口头信息。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9520C-64FF-4D34-A53E-40A4DA4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5D105-6403-40BF-8E85-817C577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C45D9-6302-4017-9D90-37337D86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回答语音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1E9C6-D601-456F-8F7B-BA2265AF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新增：无需截图，直接按快捷键根据转录文字生成回答。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5FF70-719B-4DC9-96F1-7EB3EFE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A1A14-501F-4095-B74A-71DF1EB5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D529A-7D90-41F7-881D-303F2860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多轮追问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A6FA3-B5C2-43EB-8799-75C03E2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5290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在同一次对话里继续追问、修正、让 AI 解释。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FA254-618B-4583-AEE7-E15931FA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576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298218-454C-44F9-83DB-8DE7F91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57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6E832-6995-44C7-AA2C-4075FE2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隐身浮窗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DBE80-FC60-4A72-8A8C-D38A6423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2876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半透明置顶，支持鼠标穿透和屏幕分享保护。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3A541-02D3-485C-B152-BEF0499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F74DB-846D-4D29-905E-5A980D0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43782-6A52-4EBC-B732-AA24F17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4813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BA372-BAA4-4017-87EA-1976C78A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 /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8907E-66BF-4D0D-9EF9-FBB6ED4D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两种回答模式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02C4E-3C52-4CE4-B009-075A18EF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现在既可以“看屏幕回答”，也可以“只听语音回答”。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5FEA1-9DC2-450B-8735-E11DDFBC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A. 截图模式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1797F-D4FE-4391-A1B5-D514E07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30FA7-2C18-4F69-9A1A-D15E9EB4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562C-868E-4DD8-8DD2-E271FE4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+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489CA-E60F-47FB-9BD8-4698FE3A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860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B4E06-8BFE-4386-9DA6-50013F06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289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D951B-5671-4B26-BA2A-664DB34E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4A4B7-DDC5-4224-9FA9-4051DE7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视觉模型识别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BD382-F1CC-407C-866D-71A8E5F6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Qwen3-VL / GPT / OpenRouter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9835F-F2C1-404A-BBF5-DD3E9CF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860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98AFC-DE30-489D-BD28-AC664CD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289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DBFC4-8467-417F-8C24-F07B1964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B75BC-47D0-4E57-A9A3-0E028B5E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28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生成解题建议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3FB97-3EDE-4F2F-A243-5C0F2F2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思路、代码、复杂度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E26B3-F914-4989-86D1-00EB6726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B. 语音模式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26C86-2D19-4728-A54C-3EA24DAE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B8BD8-0A87-449D-9FD8-DD98A8A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开始转录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D3666-E2DB-4889-8224-9EB9CC90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+ 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D32A6-8C03-4604-A467-3B53A2C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19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53CC8-EEB2-45B0-B83F-EC4D44F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62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C00F1-6E7B-475C-859F-D781DDF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01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3D500-927B-46DC-9B44-B94A4E8D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62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面试官说话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0BCA6-FDF6-4734-B04C-791D95D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387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百炼 Fun-ASR 转文字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A22F3-1265-40C6-A0F8-74112973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9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9839C-58D8-4F19-BC2A-8C359CAC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62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6B7F9-1E86-4841-B071-3C73098B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329DE-8850-4B8E-A905-9391DD97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直接回答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EA907-4E4C-4C6C-9A04-CF650CF0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387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+ Shift + 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84159-B33A-4ACD-817B-007DA29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建议：真实面试中优先用“手动触发语音回答”，避免自动误触发。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DF7BA-719C-4F11-B965-14752A4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342A0-58A7-42AC-9C18-082D53E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1CB7E3-EF1F-4AFE-B35E-33C60DF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2932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C1DB4-C339-43E2-97F7-5435DF37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 / SHORTCUTS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F1F0F-5B92-4DA2-8B4A-F04B3F5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常用快捷键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A974D-EBCB-466F-BC7D-C639C616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快捷键是这个软件的主操作方式，全部都可以在设置页自定义。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3E191-8A11-44C9-B8B4-BC1F04E9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729EB-3AB2-4A21-8B03-1C477340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678E2-DA09-4DA4-A0FB-8B96F5B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开始 / 暂停语音转录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5B5AA-CF50-448C-A4A7-00A867D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7D440-0F71-42AE-B9D2-A6789C78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Shift +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5AA28-45D0-4F63-8857-D05AC8B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只根据语音转录生成回答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7895B-B679-4FF0-9C68-C300883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A5A13-E62D-48BD-B8E1-5BEEA36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Enter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5F30D-3C4D-41AE-BAED-209638A2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截图并生成解题建议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B74FC-4B34-49B0-8ED2-65D67EF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19049-4175-4893-8215-3A5A239E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Shift + Enter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B6316-188B-4338-8E44-9BF6303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追加截图并结合上下文继续分析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D9552-0534-473A-8575-4DE7B04A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5210A-18DA-4F0F-AEF2-1A9E045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Shift +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DCC64-4553-4228-874E-6D8E60D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672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清空当前语音转录文本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BD028-694E-4317-9C95-9D014DF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ED9EA-D2C4-4D92-8AAB-7A9E8A8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4E33C-D74E-463E-86E9-B46A8B07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停止当前生成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B22D0-93FC-48A4-920B-0D952779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0DDDC-39DA-4EF8-826B-B8C10C2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Alt + 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96A57-B31F-41A2-AD70-B25E703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隐藏 / 显示窗口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28AC12-F566-46AC-884E-2B9B5D4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847F5-7D84-4217-8942-30271FD1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Ctrl + 方向键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8A543-0F7A-4EA5-8FCA-07AF7873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移动窗口位置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DB566-121C-4489-B412-EDDEAFA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注：Windows 上部分 Alt 快捷键可能有 Ctrl 兼容注册；最终以设置页显示为准。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01B61-73F1-49D0-B6D4-EBDBB16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92BD5-64BC-4741-B410-A574815B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F9AE46-35FF-477B-AAA2-3A858355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5810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63635-4A98-4F72-A7B1-8D6ED73A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 /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D4701-E163-4189-B1EA-FC24A3B8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首次配置步骤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0CB7B-4F37-4BC2-9480-7E7E7743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截图识别和语音转录是两套 API：一个负责“看图回答”，一个负责“听音转字”。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EE1E7-2493-482B-AC93-CCC510A7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3030F-9925-4707-8A25-A6ADCC6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B830E-8C52-46E9-9B14-5AB54CD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大模型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812DE-CF25-410A-BD55-209A644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781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在 .env 中配置 API_BASE_URL、API_KEY、MODEL。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当前部署：硅基流动 + Qwen/Qwen3-VL-32B-Instruct。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8DEFE-BFA6-4501-8DF7-52E1F4A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34D7D-058E-4E92-9C98-9B6977FB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29299-4A31-4E2D-858F-F5BCD30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语音转录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B3C41-E7FE-4F00-A037-1AC384D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2781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在应用设置页填写“百炼平台 API Key”。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用途：DashScope Fun-ASR 实时语音转文字。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09CC1-8D44-417F-AA97-7BB602B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61456-FC56-41CC-ABDD-7D8F78A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045B7-574B-4330-A8A8-A17723C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启动软件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F487C-4F63-4137-8733-10DBC9A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781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进入项目目录执行 npm run dev。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启动后进入主页面，用快捷键完成截图或语音回答。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9B326-453E-46B4-B402-5B72F2DD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71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不要把 API Key 发到聊天或截图里；泄露后应立即重置。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605B4-7064-43EE-9C55-56781B6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59275-3950-4EEE-B3B1-B7FA895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9D19F-C7F5-47B1-A4D6-C72FED1E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9588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B87EC-C528-422A-892F-A1608A5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E188B-1CEE-4C23-9D9A-D7B414DD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系统如何工作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0D84-429C-40EA-AC38-88968ED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Electron 主进程负责截图、快捷键、转录和模型调用；渲染层负责显示结果和设置。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456A5-0C3D-46D3-B412-CF9B88A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BC17D-D6E5-471A-83B9-30BB0E6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用户快捷键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03F7-D721-487E-8C6F-B0A6FC84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/ Ctrl 组合键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C0B13-45B6-4787-8158-0CAAA67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6A3A6-4F81-4C6A-B10D-1606B6A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95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Electron 主进程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41B0B-CB21-4D84-A7E6-0938E064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718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截图、ASR、AI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1581F-C5E4-4CA2-85E5-951A50D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6E1F-46CE-451D-857E-E23DC63D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Renderer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F4533-81C0-48C3-BFA6-653D29B2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718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浮窗、设置、结果流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275D4-A43A-45C2-B7CE-A112000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432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946A8-FAF5-4BF3-83E7-858ED46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95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外部模型服务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8B969-E08C-42EB-98B4-B200BE23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718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硅基流动 / 百炼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2DB96-5603-42C8-873E-705FCFB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52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06BB9-0CC4-43EA-B5D0-C5BA79A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956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5C9F6-0B62-42EA-821F-B8962074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52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75D45-7070-4F32-BE02-2D78436E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956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21CC1-BC37-4319-AFE8-477479A4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52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3FB6D-28A2-4EB1-985A-CF7459E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956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3CDD7-3963-4204-B605-817EB2B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关键代码位置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E70FC-E0C3-4465-8856-43BCB36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src/main/shortcuts.ts：快捷键与回答流程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src/main/transcription.ts：百炼 Fun-ASR 语音转文字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src/main/ai.ts：模型调用与语音直答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src/renderer/src/settings：设置页与快捷键配置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E75C0-BDF1-4948-9EE4-225F5875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D7DD2-CCCA-4DD8-8B7D-6A1C67F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B0311F-694B-4934-9E6E-48662EA3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1600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90B5D-6228-4101-ADD8-DA8906F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 / LIVE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95934-A9F8-4240-ADC5-68DDB1E9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推荐实战流程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43283-D768-47F3-923A-4A4F303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用稳定的手动节奏，把误触发和上下文丢失降到最低。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987E1-DA67-4820-AB68-00DC980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DD8EF-8702-43DD-B5AA-1B638577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38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启动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445A7-AFE6-49DC-8B6E-4E780ED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npm run dev，确认窗口与快捷键生效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D2D48-46C2-4C36-A32F-75533B3F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43947-E87D-42E0-BE5B-C5DC3E90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听题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84161-78CF-4F63-BEBD-EC4742C5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+ T 开启转录，等待转录栏出现文字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0945A-2047-480D-997B-8B45051A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8C138-B67B-4C5E-80AF-1F44CD4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直答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C2827-565F-4269-8D63-741A9DF4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口头题按 Alt + Shift + A 直接生成回答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38F88-8695-477A-BE0C-BB194336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4FDEB-23D9-4208-BD29-A9803E6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48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看题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6DCA9-DE9E-4E98-BD4E-D6E56BC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屏幕题按 Alt + Enter 截图生成思路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A9462-1CAE-4DB5-8A02-46D61A6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9CD9D-33D9-4054-A6B0-B394426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追问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07E00-1A09-4B9B-94FF-2165F911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必要时继续追问或追加截图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6CBD1-134F-4BD0-ADAD-DF77CCA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D9B6B-75CA-4F08-9B0E-498B135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48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收尾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F663A-472D-4566-A268-FEDDB7FD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91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Alt + Shift + T 清空旧转录，准备下一题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6969B-B7A8-4FB7-A215-5F53CBA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BF9F8-C804-412E-A005-0EBFE725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113C9-69BB-474A-908C-7FAD798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8484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E0587-A381-41CA-9E73-99A5A30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 /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611AB-C204-4622-919B-64B3582A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注意事项与建议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0F365-512C-4656-92E8-5FC7854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这类工具更适合练习和复盘；正式场景要理解规则、保护隐私、提前测试。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B149A-6609-4A16-9200-5F038E9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562E-9A80-4D86-981A-5D3B07B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325C-42DE-48F9-82AC-DD771B38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测试会议软件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B1188-4106-40CC-A170-98A698FE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781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隐身能力与会议软件、浏览器、系统设置有关，正式使用前必须在同一设备上测试。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25801-4CF4-4E2A-868B-8196846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E56C6-92EE-4A8E-8886-1092C64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B76E4-F6F3-4C13-B555-7CCB3780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保护密钥与数据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28A86-B93C-46C0-B562-32676A8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781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 Key 不外发；题目、简历、聊天内容可能进入外部模型服务。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1573C-5627-44D0-8CB7-969F202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6BA6E-6506-4AA9-BFE8-D818180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7439C-7B58-47A7-8A43-77DAAD82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以理解为主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B885B-A800-4AF4-A1C0-36F8201B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781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建议用于刷题辅助和模拟面试：先自己思考，再看提示，最后自己复述和重写。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751D0-FB61-41AE-B54E-CA0A73D6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下一步可增强：自动检测语音停顿、语音供应商切换、回答模板、打包成 Windows 安装包。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22B9A-5F19-4E0A-BEA8-F7FBEAD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AB4CC-062E-40D0-BD15-87B160B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Interview Coder CN 使用指南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A727F-585F-4800-8A29-0D030F9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92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2026-06-07T14:14:06.8190000Z</dcterms:created>
  <dcterms:modified xsi:type="dcterms:W3CDTF">2026-06-07T14:14:06.8190000Z</dcterms:modified>
</coreProperties>
</file>